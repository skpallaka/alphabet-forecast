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Alphabet is forecast to reach ~$492B revenue in FY26 and ~$578B in FY27, led by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Q2'26 revenue $119.8B, +24% YoY; Cloud now 21% of revenue (Q2'25: 14%).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Base case: FY26E revenue +22% to $492B; operating income $168B (34% margin).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Q4 is the seasonal peak every year, so each forecast quarter grows off the same quarter a year earlier.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Search &amp; other is still ~half of revenue; Cloud adds the most incremental dollars.</a:t>
            </a:r>
          </a:p>
        </p:txBody>
      </p:sp>
      <p:pic>
        <p:nvPicPr>
          <p:cNvPr id="4" name="Picture 3" descr="01_revenu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7223760" cy="3357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57570"/>
                </a:solidFill>
              </a:defRPr>
            </a:pPr>
            <a:r>
              <a:t>Source: SEC EDGAR XBRL filings (10-K/10-Q), author's models. Forecasts are illustrative,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Simple YoY growth rules match or beat ETS and SARIMA at 1–4 quarter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Rolling-origin backtest: 13 origins per segment (train through t, forecast t+1…t+4), 4 horizons each.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Cloud: best model is the plain YoY rule (5.1% MAPE); seasonal naive is worst (24%) because Cloud grows ~30–80% a year.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Search: SARIMA, ETS and the YoY rule are tied at ~4.4% MAPE; no model clearly wins.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Subscriptions &amp; devices is among the hardest for the better models (6–7% MAPE): launch- and promo-driven.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Caveat: only 30 quarters of consistent segment data, so differences under ~1pt are noise.</a:t>
            </a:r>
          </a:p>
        </p:txBody>
      </p:sp>
      <p:pic>
        <p:nvPicPr>
          <p:cNvPr id="4" name="Picture 3" descr="03_backtest_m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7223760" cy="3199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57570"/>
                </a:solidFill>
              </a:defRPr>
            </a:pPr>
            <a:r>
              <a:t>Source: SEC EDGAR XBRL filings (10-K/10-Q), author's models. Forecasts are illustrative, not investment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Cloud is the swing factor: ±5pp of growth moves FY27E operating income by about ±5%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Bear/Bull = Base growth −/+ 5pp on Cloud and −/+ 2pp on Search and YouTube.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FY27E operating income: Bear $187B / Base $196B / Bull $205B.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FY27E Cloud revenue ranges $144B–$159B.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R&amp;D and G&amp;A are held at Base dollars in Bear/Bull, so the downside shows real operating deleverage.</a:t>
            </a:r>
          </a:p>
        </p:txBody>
      </p:sp>
      <p:pic>
        <p:nvPicPr>
          <p:cNvPr id="4" name="Picture 3" descr="04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7223760" cy="32251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57570"/>
                </a:solidFill>
              </a:defRPr>
            </a:pPr>
            <a:r>
              <a:t>Source: SEC EDGAR XBRL filings (10-K/10-Q), author's models. Forecasts are illustrative, not investment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Cloud forecasts diverge widely: FY27E ranges from $151B (growth model) to $235B (ETS)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FY27E Cloud revenue: Excel base $151B, SARIMA $161B, ETS $235B.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ETS extrapolates the recent acceleration (+82% YoY in Q2'26); the Excel base fades growth 10% per quarter, so it is the conservative end.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Even the Bull case ($159B) sits below ETS. In the backtest, fading growth cost accuracy on Cloud.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</a:defRPr>
            </a:pPr>
            <a:r>
              <a:t>Recommendation: plan off the transparent growth-rate model, treat ETS/SARIMA as upside cross-checks, and re-run the backtest each quarter.</a:t>
            </a:r>
          </a:p>
        </p:txBody>
      </p:sp>
      <p:pic>
        <p:nvPicPr>
          <p:cNvPr id="4" name="Picture 3" descr="02_clou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6583680" cy="40555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57570"/>
                </a:solidFill>
              </a:defRPr>
            </a:pPr>
            <a:r>
              <a:t>Source: SEC EDGAR XBRL filings (10-K/10-Q), author's models. Forecasts are illustrative,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